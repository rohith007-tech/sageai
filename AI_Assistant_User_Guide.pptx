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Chat-Style AI Assistant with Gemini API — User Guide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Major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SageAI, an AI Assistant as a chat-style web app using Flask, connected to the free Gemini API. The assistant remembers earlier messages in the conversation, and the user can pick a function before sending each message.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factual question and get an answer back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3774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47872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paragraph and get a short summary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23774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18504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18504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Content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18504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story, poem, or story idea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237744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89136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89136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Advice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89136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practical advice on a topic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requirements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12080" y="1170432"/>
            <a:ext cx="5303520" cy="585216"/>
          </a:xfrm>
          <a:prstGeom prst="roundRect">
            <a:avLst>
              <a:gd name="adj" fmla="val 9375"/>
            </a:avLst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0" y="117043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 google-genai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free Gemini key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12080" y="2130552"/>
            <a:ext cx="5303520" cy="585216"/>
          </a:xfrm>
          <a:prstGeom prst="roundRect">
            <a:avLst>
              <a:gd name="adj" fmla="val 9375"/>
            </a:avLst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213055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aistudio.google.com/apikey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key in app.py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12080" y="3090672"/>
            <a:ext cx="5303520" cy="585216"/>
          </a:xfrm>
          <a:prstGeom prst="roundRect">
            <a:avLst>
              <a:gd name="adj" fmla="val 9375"/>
            </a:avLst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309067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 = "..."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069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212080" y="4050792"/>
            <a:ext cx="5303520" cy="585216"/>
          </a:xfrm>
          <a:prstGeom prst="roundRect">
            <a:avLst>
              <a:gd name="adj" fmla="val 9375"/>
            </a:avLst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405079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1663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app works without a key too, using a simple offline backup mode with a few built-in answers, so it never crashes if the key is missing or the request fails.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function answers factual questions. I varied the prompts by length and specificity.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 I designed for this function: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capital of France?"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explain the significance of the Eiffel Tower?"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976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three facts about Paris."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function takes a longer piece of text and returns a short summary. I varied the prompts by how the request is phrased.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 I designed for this function: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the following article: [insert article text]"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main points of this text: [insert text]?"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976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"Provide a brief overview of this document: [insert document]"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Creative Content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function generates creative writing like stories, poems, or story ideas. I varied the prompts by tone and complexity.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 I designed for this function: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short story about a dragon and a princess."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poem about autumn."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976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an idea for a science fiction novel."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Advice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function gives practical advice on a topic the user is dealing with. I varied the prompts by context and specificity.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 I designed for this function: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some tips for studying effectively?"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stay focused while working from home?"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033272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976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a coding interview next week, how should I prepare?"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one-shot prompt tool, this assistant works like a real chat. Earlier messages in the conversation are sent along with each new prompt, so the AI keeps context.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Flask session (per browser tab)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few messages are included in each new request to Gemini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"Clear chat" button resets the conversation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0" y="109728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0" y="13716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capital of France?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0" y="19659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2E5EA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0" y="2560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 fact about 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0" y="3154680"/>
            <a:ext cx="3383280" cy="594360"/>
          </a:xfrm>
          <a:prstGeom prst="roundRect">
            <a:avLst>
              <a:gd name="adj" fmla="val 38462"/>
            </a:avLst>
          </a:prstGeom>
          <a:solidFill>
            <a:srgbClr val="E2E5EA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3154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is home to the Eiffel Tower, built in 1889.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"it" was understood from context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response, the app asks the user if it was helpful (Yes / No). This feedback gets saved automatically to a file so it can be reviewed later to see which prompts are working well.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6583680" cy="1645920"/>
          </a:xfrm>
          <a:prstGeom prst="roundRect">
            <a:avLst>
              <a:gd name="adj" fmla="val 444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3063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this response helpful?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361188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feedback_log.csv stores: timestamp, prompt, response, helpful (yes/no)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1234440"/>
            <a:ext cx="384048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feedback loop matters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20574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prompts give helpful answers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prompts that need improvement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simple record for future refinement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435608"/>
            <a:ext cx="9692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small changes in a prompt (length, tone, specificity) change the kind of response you get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21408"/>
            <a:ext cx="9692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call a real AI model (Gemini API) from a Flask 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807208"/>
            <a:ext cx="9692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keep conversation context using session-based chat memory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493008"/>
            <a:ext cx="9692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fallback so the app still works if the API key or internet isn't available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25196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178808"/>
            <a:ext cx="9692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collecting feedback is useful for improving prompts over time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166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SageAI - User Guide</dc:title>
  <dc:subject>PptxGenJS Presentation</dc:subject>
  <dc:creator>Student</dc:creator>
  <cp:lastModifiedBy>Student</cp:lastModifiedBy>
  <cp:revision>1</cp:revision>
  <dcterms:created xsi:type="dcterms:W3CDTF">2026-06-21T15:49:57Z</dcterms:created>
  <dcterms:modified xsi:type="dcterms:W3CDTF">2026-06-21T15:49:57Z</dcterms:modified>
</cp:coreProperties>
</file>